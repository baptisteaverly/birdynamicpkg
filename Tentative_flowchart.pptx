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7999075" cy="17999075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50000" y="2945880"/>
            <a:ext cx="13499640" cy="626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1800360">
              <a:lnSpc>
                <a:spcPct val="90000"/>
              </a:lnSpc>
              <a:buNone/>
              <a:defRPr lang="en-US" sz="1181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1800360">
              <a:lnSpc>
                <a:spcPct val="90000"/>
              </a:lnSpc>
              <a:buNone/>
            </a:pPr>
            <a:r>
              <a:rPr lang="en-US" sz="1181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1181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37680" y="958320"/>
            <a:ext cx="15524640" cy="347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360">
              <a:lnSpc>
                <a:spcPct val="90000"/>
              </a:lnSpc>
              <a:buNone/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1800360">
              <a:lnSpc>
                <a:spcPct val="90000"/>
              </a:lnSpc>
              <a:buNone/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37680" y="4791960"/>
            <a:ext cx="15524640" cy="114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50360" indent="-450360"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50000" lvl="1" indent="-450360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49640" lvl="2" indent="-450360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150360" lvl="3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4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881160" y="958320"/>
            <a:ext cx="3880800" cy="1525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1800360">
              <a:lnSpc>
                <a:spcPct val="90000"/>
              </a:lnSpc>
              <a:buNone/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1800360">
              <a:lnSpc>
                <a:spcPct val="90000"/>
              </a:lnSpc>
              <a:buNone/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37680" y="958320"/>
            <a:ext cx="11418480" cy="1525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50360" indent="-450360"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50000" lvl="1" indent="-450360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49640" lvl="2" indent="-450360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150360" lvl="3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4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37680" y="958320"/>
            <a:ext cx="15524640" cy="347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360">
              <a:lnSpc>
                <a:spcPct val="90000"/>
              </a:lnSpc>
              <a:buNone/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1800360">
              <a:lnSpc>
                <a:spcPct val="90000"/>
              </a:lnSpc>
              <a:buNone/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237680" y="4791960"/>
            <a:ext cx="15524640" cy="114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50360" indent="-450360"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50000" lvl="1" indent="-450360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49640" lvl="2" indent="-450360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150360" lvl="3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4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227960" y="4487760"/>
            <a:ext cx="15524640" cy="748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360">
              <a:lnSpc>
                <a:spcPct val="90000"/>
              </a:lnSpc>
              <a:buNone/>
              <a:defRPr lang="en-US" sz="1181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1800360">
              <a:lnSpc>
                <a:spcPct val="90000"/>
              </a:lnSpc>
              <a:buNone/>
            </a:pPr>
            <a:r>
              <a:rPr lang="en-US" sz="1181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1181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227960" y="12046320"/>
            <a:ext cx="15524640" cy="393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800360">
              <a:lnSpc>
                <a:spcPct val="90000"/>
              </a:lnSpc>
              <a:spcBef>
                <a:spcPts val="18663"/>
              </a:spcBef>
              <a:buNone/>
              <a:tabLst>
                <a:tab pos="0" algn="l"/>
              </a:tabLst>
              <a:defRPr lang="en-US" sz="473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800360">
              <a:lnSpc>
                <a:spcPct val="90000"/>
              </a:lnSpc>
              <a:spcBef>
                <a:spcPts val="18663"/>
              </a:spcBef>
              <a:buNone/>
              <a:tabLst>
                <a:tab pos="0" algn="l"/>
              </a:tabLst>
            </a:pPr>
            <a:r>
              <a:rPr lang="en-US" sz="473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473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37680" y="958320"/>
            <a:ext cx="15524640" cy="347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360">
              <a:lnSpc>
                <a:spcPct val="90000"/>
              </a:lnSpc>
              <a:buNone/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1800360">
              <a:lnSpc>
                <a:spcPct val="90000"/>
              </a:lnSpc>
              <a:buNone/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37680" y="4791960"/>
            <a:ext cx="7649640" cy="114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50360" indent="-450360"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50000" lvl="1" indent="-450360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49640" lvl="2" indent="-450360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150360" lvl="3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4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9112680" y="4791960"/>
            <a:ext cx="7649640" cy="114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50360" indent="-450360"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50000" lvl="1" indent="-450360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49640" lvl="2" indent="-450360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150360" lvl="3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4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239840" y="958320"/>
            <a:ext cx="15524640" cy="347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360">
              <a:lnSpc>
                <a:spcPct val="90000"/>
              </a:lnSpc>
              <a:buNone/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1800360">
              <a:lnSpc>
                <a:spcPct val="90000"/>
              </a:lnSpc>
              <a:buNone/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239840" y="4412880"/>
            <a:ext cx="7614360" cy="21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360">
              <a:lnSpc>
                <a:spcPct val="90000"/>
              </a:lnSpc>
              <a:spcBef>
                <a:spcPts val="18663"/>
              </a:spcBef>
              <a:buNone/>
              <a:tabLst>
                <a:tab pos="0" algn="l"/>
              </a:tabLst>
              <a:defRPr lang="en-US" sz="473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800360">
              <a:lnSpc>
                <a:spcPct val="90000"/>
              </a:lnSpc>
              <a:spcBef>
                <a:spcPts val="18663"/>
              </a:spcBef>
              <a:buNone/>
              <a:tabLst>
                <a:tab pos="0" algn="l"/>
              </a:tabLst>
            </a:pPr>
            <a:r>
              <a:rPr lang="en-US" sz="473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1239840" y="6575400"/>
            <a:ext cx="7614360" cy="967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50360" indent="-450360"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50000" lvl="1" indent="-450360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49640" lvl="2" indent="-450360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150360" lvl="3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4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9112680" y="4412880"/>
            <a:ext cx="7652160" cy="21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360">
              <a:lnSpc>
                <a:spcPct val="90000"/>
              </a:lnSpc>
              <a:spcBef>
                <a:spcPts val="18663"/>
              </a:spcBef>
              <a:buNone/>
              <a:tabLst>
                <a:tab pos="0" algn="l"/>
              </a:tabLst>
              <a:defRPr lang="en-US" sz="473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800360">
              <a:lnSpc>
                <a:spcPct val="90000"/>
              </a:lnSpc>
              <a:spcBef>
                <a:spcPts val="18663"/>
              </a:spcBef>
              <a:buNone/>
              <a:tabLst>
                <a:tab pos="0" algn="l"/>
              </a:tabLst>
            </a:pPr>
            <a:r>
              <a:rPr lang="en-US" sz="473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9112680" y="6575400"/>
            <a:ext cx="7652160" cy="967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50360" indent="-450360" algn="l" defTabSz="1800360">
              <a:lnSpc>
                <a:spcPct val="90000"/>
              </a:lnSpc>
              <a:spcBef>
                <a:spcPts val="2176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50000" lvl="1" indent="-450360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49640" lvl="2" indent="-450360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150360" lvl="3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4" indent="-450360" algn="l" defTabSz="1800360">
              <a:lnSpc>
                <a:spcPct val="90000"/>
              </a:lnSpc>
              <a:spcBef>
                <a:spcPts val="70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37680" y="958320"/>
            <a:ext cx="15524640" cy="347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360">
              <a:lnSpc>
                <a:spcPct val="90000"/>
              </a:lnSpc>
              <a:buNone/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1800360">
              <a:lnSpc>
                <a:spcPct val="90000"/>
              </a:lnSpc>
              <a:buNone/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39840" y="1199880"/>
            <a:ext cx="5805000" cy="41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360">
              <a:lnSpc>
                <a:spcPct val="90000"/>
              </a:lnSpc>
              <a:buNone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1800360">
              <a:lnSpc>
                <a:spcPct val="90000"/>
              </a:lnSpc>
              <a:buNone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652520" y="2591640"/>
            <a:ext cx="9112320" cy="1279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360">
              <a:lnSpc>
                <a:spcPct val="90000"/>
              </a:lnSpc>
              <a:spcBef>
                <a:spcPts val="24885"/>
              </a:spcBef>
              <a:buClr>
                <a:srgbClr val="000000"/>
              </a:buClr>
              <a:buFont typeface="Arial"/>
              <a:buChar char="•"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800360">
              <a:lnSpc>
                <a:spcPct val="90000"/>
              </a:lnSpc>
              <a:spcBef>
                <a:spcPts val="10908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450360" indent="-450360" algn="l" defTabSz="1800360">
              <a:lnSpc>
                <a:spcPct val="90000"/>
              </a:lnSpc>
              <a:spcBef>
                <a:spcPts val="24885"/>
              </a:spcBef>
              <a:buClr>
                <a:srgbClr val="000000"/>
              </a:buClr>
              <a:buFont typeface="Arial"/>
              <a:buChar char="•"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50000" lvl="1" indent="-450360" algn="l" defTabSz="1800360">
              <a:lnSpc>
                <a:spcPct val="90000"/>
              </a:lnSpc>
              <a:spcBef>
                <a:spcPts val="10908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49640" lvl="2" indent="-450360" algn="l" defTabSz="1800360">
              <a:lnSpc>
                <a:spcPct val="90000"/>
              </a:lnSpc>
              <a:spcBef>
                <a:spcPts val="935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150360" lvl="3" indent="-450360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050000" lvl="4" indent="-450360" algn="l" defTabSz="1800360">
              <a:lnSpc>
                <a:spcPct val="90000"/>
              </a:lnSpc>
              <a:spcBef>
                <a:spcPts val="779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1239840" y="5400360"/>
            <a:ext cx="5805000" cy="1000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800360">
              <a:lnSpc>
                <a:spcPct val="90000"/>
              </a:lnSpc>
              <a:spcBef>
                <a:spcPts val="12441"/>
              </a:spcBef>
              <a:buNone/>
              <a:tabLst>
                <a:tab pos="0" algn="l"/>
              </a:tabLst>
              <a:defRPr lang="en-US" sz="31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800360">
              <a:lnSpc>
                <a:spcPct val="90000"/>
              </a:lnSpc>
              <a:spcBef>
                <a:spcPts val="12441"/>
              </a:spcBef>
              <a:buNone/>
              <a:tabLst>
                <a:tab pos="0" algn="l"/>
              </a:tabLst>
            </a:pPr>
            <a:r>
              <a:rPr lang="en-US" sz="31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1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39840" y="1199880"/>
            <a:ext cx="5805000" cy="41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360">
              <a:lnSpc>
                <a:spcPct val="90000"/>
              </a:lnSpc>
              <a:buNone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1800360">
              <a:lnSpc>
                <a:spcPct val="90000"/>
              </a:lnSpc>
              <a:buNone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652520" y="2591640"/>
            <a:ext cx="9112320" cy="1279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800360">
              <a:lnSpc>
                <a:spcPct val="90000"/>
              </a:lnSpc>
              <a:spcBef>
                <a:spcPts val="124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800360">
              <a:lnSpc>
                <a:spcPct val="90000"/>
              </a:lnSpc>
              <a:spcBef>
                <a:spcPts val="9366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800360">
              <a:lnSpc>
                <a:spcPct val="90000"/>
              </a:lnSpc>
              <a:spcBef>
                <a:spcPts val="77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800360">
              <a:lnSpc>
                <a:spcPct val="90000"/>
              </a:lnSpc>
              <a:spcBef>
                <a:spcPts val="703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800360">
              <a:lnSpc>
                <a:spcPct val="90000"/>
              </a:lnSpc>
              <a:spcBef>
                <a:spcPts val="703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80036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80036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1800360">
              <a:lnSpc>
                <a:spcPct val="90000"/>
              </a:lnSpc>
              <a:spcBef>
                <a:spcPts val="124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99640" lvl="1" algn="l" defTabSz="1800360">
              <a:lnSpc>
                <a:spcPct val="90000"/>
              </a:lnSpc>
              <a:spcBef>
                <a:spcPts val="936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00360" lvl="2" algn="l" defTabSz="1800360">
              <a:lnSpc>
                <a:spcPct val="90000"/>
              </a:lnSpc>
              <a:spcBef>
                <a:spcPts val="77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00000" lvl="3" algn="l" defTabSz="1800360">
              <a:lnSpc>
                <a:spcPct val="90000"/>
              </a:lnSpc>
              <a:spcBef>
                <a:spcPts val="703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599640" lvl="4" algn="l" defTabSz="1800360">
              <a:lnSpc>
                <a:spcPct val="90000"/>
              </a:lnSpc>
              <a:spcBef>
                <a:spcPts val="703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00360" lvl="5" algn="l" defTabSz="180036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400000" lvl="6" algn="l" defTabSz="180036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39840" y="5400360"/>
            <a:ext cx="5805000" cy="1000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800360">
              <a:lnSpc>
                <a:spcPct val="90000"/>
              </a:lnSpc>
              <a:spcBef>
                <a:spcPts val="12441"/>
              </a:spcBef>
              <a:buNone/>
              <a:tabLst>
                <a:tab pos="0" algn="l"/>
              </a:tabLst>
              <a:defRPr lang="en-US" sz="31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800360">
              <a:lnSpc>
                <a:spcPct val="90000"/>
              </a:lnSpc>
              <a:spcBef>
                <a:spcPts val="12441"/>
              </a:spcBef>
              <a:buNone/>
              <a:tabLst>
                <a:tab pos="0" algn="l"/>
              </a:tabLst>
            </a:pPr>
            <a:r>
              <a:rPr lang="en-US" sz="31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1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1237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5962680" y="16684200"/>
            <a:ext cx="6074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12712680" y="16684200"/>
            <a:ext cx="4049640" cy="9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fr-FR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 8"/>
          <p:cNvSpPr/>
          <p:nvPr/>
        </p:nvSpPr>
        <p:spPr>
          <a:xfrm>
            <a:off x="8812080" y="2417760"/>
            <a:ext cx="257400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bdy_get_distances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9"/>
          <p:cNvSpPr/>
          <p:nvPr/>
        </p:nvSpPr>
        <p:spPr>
          <a:xfrm>
            <a:off x="5590080" y="3112560"/>
            <a:ext cx="199440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all colonies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ounded Rectangle 10"/>
          <p:cNvSpPr/>
          <p:nvPr/>
        </p:nvSpPr>
        <p:spPr>
          <a:xfrm>
            <a:off x="16170480" y="115920"/>
            <a:ext cx="117720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7030A0"/>
                </a:solidFill>
                <a:effectLst/>
                <a:uFillTx/>
                <a:latin typeface="Calibri"/>
              </a:rPr>
              <a:t>parcs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ounded Rectangle 11"/>
          <p:cNvSpPr/>
          <p:nvPr/>
        </p:nvSpPr>
        <p:spPr>
          <a:xfrm>
            <a:off x="12182400" y="2263680"/>
            <a:ext cx="18406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cost matrix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12"/>
          <p:cNvSpPr/>
          <p:nvPr/>
        </p:nvSpPr>
        <p:spPr>
          <a:xfrm>
            <a:off x="9065880" y="3402000"/>
            <a:ext cx="232092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eucl &amp; shpa dist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13"/>
          <p:cNvSpPr/>
          <p:nvPr/>
        </p:nvSpPr>
        <p:spPr>
          <a:xfrm>
            <a:off x="10738440" y="5050800"/>
            <a:ext cx="257400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bdy_apportionning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14"/>
          <p:cNvSpPr/>
          <p:nvPr/>
        </p:nvSpPr>
        <p:spPr>
          <a:xfrm>
            <a:off x="6714000" y="7088400"/>
            <a:ext cx="232092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7030A0"/>
                </a:solidFill>
                <a:effectLst/>
                <a:uFillTx/>
                <a:latin typeface="Calibri"/>
              </a:rPr>
              <a:t>bird params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15"/>
          <p:cNvSpPr/>
          <p:nvPr/>
        </p:nvSpPr>
        <p:spPr>
          <a:xfrm>
            <a:off x="14158440" y="5325480"/>
            <a:ext cx="18406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sea_area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Curved Connector 18"/>
          <p:cNvCxnSpPr>
            <a:stCxn id="63" idx="2"/>
            <a:endCxn id="64" idx="0"/>
          </p:cNvCxnSpPr>
          <p:nvPr/>
        </p:nvCxnSpPr>
        <p:spPr>
          <a:xfrm flipH="1" rot="16200000">
            <a:off x="10590480" y="3615840"/>
            <a:ext cx="1071000" cy="1799280"/>
          </a:xfrm>
          <a:prstGeom prst="curvedConnector3">
            <a:avLst>
              <a:gd name="adj1" fmla="val 50067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68" name="Curved Connector 19"/>
          <p:cNvCxnSpPr>
            <a:stCxn id="61" idx="1"/>
            <a:endCxn id="69" idx="3"/>
          </p:cNvCxnSpPr>
          <p:nvPr/>
        </p:nvCxnSpPr>
        <p:spPr>
          <a:xfrm flipV="1" rot="10800000">
            <a:off x="14348880" y="404640"/>
            <a:ext cx="1821600" cy="134640"/>
          </a:xfrm>
          <a:prstGeom prst="curvedConnector3">
            <a:avLst>
              <a:gd name="adj1" fmla="val 4997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70" name="Curved Connector 22"/>
          <p:cNvCxnSpPr>
            <a:stCxn id="62" idx="2"/>
            <a:endCxn id="59" idx="3"/>
          </p:cNvCxnSpPr>
          <p:nvPr/>
        </p:nvCxnSpPr>
        <p:spPr>
          <a:xfrm flipV="1" rot="16200000">
            <a:off x="12177000" y="1915560"/>
            <a:ext cx="135360" cy="1717200"/>
          </a:xfrm>
          <a:prstGeom prst="curvedConnector4">
            <a:avLst>
              <a:gd name="adj1" fmla="val -290400"/>
              <a:gd name="adj2" fmla="val 76766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71" name="Curved Connector 23"/>
          <p:cNvCxnSpPr>
            <a:stCxn id="59" idx="2"/>
            <a:endCxn id="63" idx="0"/>
          </p:cNvCxnSpPr>
          <p:nvPr/>
        </p:nvCxnSpPr>
        <p:spPr>
          <a:xfrm flipH="1" rot="16200000">
            <a:off x="9959760" y="3135240"/>
            <a:ext cx="406440" cy="127800"/>
          </a:xfrm>
          <a:prstGeom prst="curvedConnector3">
            <a:avLst>
              <a:gd name="adj1" fmla="val 50000"/>
            </a:avLst>
          </a:prstGeom>
          <a:ln>
            <a:solidFill>
              <a:srgbClr val="70AD47"/>
            </a:solidFill>
            <a:tailEnd len="med" type="arrow" w="med"/>
          </a:ln>
        </p:spPr>
      </p:cxnSp>
      <p:cxnSp>
        <p:nvCxnSpPr>
          <p:cNvPr id="72" name="Curved Connector 24"/>
          <p:cNvCxnSpPr>
            <a:stCxn id="65" idx="3"/>
            <a:endCxn id="64" idx="1"/>
          </p:cNvCxnSpPr>
          <p:nvPr/>
        </p:nvCxnSpPr>
        <p:spPr>
          <a:xfrm flipV="1">
            <a:off x="9034920" y="5339880"/>
            <a:ext cx="1703880" cy="2037960"/>
          </a:xfrm>
          <a:prstGeom prst="curvedConnector3">
            <a:avLst>
              <a:gd name="adj1" fmla="val 50021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73" name="Curved Connector 25"/>
          <p:cNvCxnSpPr>
            <a:stCxn id="66" idx="1"/>
            <a:endCxn id="64" idx="3"/>
          </p:cNvCxnSpPr>
          <p:nvPr/>
        </p:nvCxnSpPr>
        <p:spPr>
          <a:xfrm rot="10800000">
            <a:off x="13312440" y="5339520"/>
            <a:ext cx="846360" cy="275040"/>
          </a:xfrm>
          <a:prstGeom prst="curvedConnector3">
            <a:avLst>
              <a:gd name="adj1" fmla="val 49957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74" name="Rounded Rectangle 28"/>
          <p:cNvSpPr/>
          <p:nvPr/>
        </p:nvSpPr>
        <p:spPr>
          <a:xfrm>
            <a:off x="11041920" y="6193080"/>
            <a:ext cx="18406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RW_group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29"/>
          <p:cNvSpPr/>
          <p:nvPr/>
        </p:nvSpPr>
        <p:spPr>
          <a:xfrm>
            <a:off x="9192240" y="8285400"/>
            <a:ext cx="33854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bdy_process_mortality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30"/>
          <p:cNvSpPr/>
          <p:nvPr/>
        </p:nvSpPr>
        <p:spPr>
          <a:xfrm>
            <a:off x="14349600" y="10266840"/>
            <a:ext cx="30286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clean mortality table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Curved Connector 31"/>
          <p:cNvCxnSpPr>
            <a:stCxn id="74" idx="2"/>
            <a:endCxn id="75" idx="0"/>
          </p:cNvCxnSpPr>
          <p:nvPr/>
        </p:nvCxnSpPr>
        <p:spPr>
          <a:xfrm rot="5400000">
            <a:off x="10666440" y="6989760"/>
            <a:ext cx="1514520" cy="1077840"/>
          </a:xfrm>
          <a:prstGeom prst="curvedConnector3">
            <a:avLst>
              <a:gd name="adj1" fmla="val 5000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78" name="Curved Connector 32"/>
          <p:cNvCxnSpPr>
            <a:stCxn id="64" idx="2"/>
            <a:endCxn id="74" idx="0"/>
          </p:cNvCxnSpPr>
          <p:nvPr/>
        </p:nvCxnSpPr>
        <p:spPr>
          <a:xfrm rot="5400000">
            <a:off x="11711520" y="5879520"/>
            <a:ext cx="564480" cy="63360"/>
          </a:xfrm>
          <a:prstGeom prst="curvedConnector3">
            <a:avLst>
              <a:gd name="adj1" fmla="val 50031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79" name="Rounded Rectangle 35"/>
          <p:cNvSpPr/>
          <p:nvPr/>
        </p:nvSpPr>
        <p:spPr>
          <a:xfrm>
            <a:off x="2752560" y="9453960"/>
            <a:ext cx="33854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bdy_model_no_impact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Curved Connector 38"/>
          <p:cNvCxnSpPr>
            <a:stCxn id="65" idx="2"/>
            <a:endCxn id="75" idx="1"/>
          </p:cNvCxnSpPr>
          <p:nvPr/>
        </p:nvCxnSpPr>
        <p:spPr>
          <a:xfrm flipH="1" rot="16200000">
            <a:off x="8079480" y="7461720"/>
            <a:ext cx="908280" cy="1317960"/>
          </a:xfrm>
          <a:prstGeom prst="curvedConnector2">
            <a:avLst/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81" name="Curved Connector 39"/>
          <p:cNvCxnSpPr>
            <a:stCxn id="65" idx="2"/>
            <a:endCxn id="79" idx="0"/>
          </p:cNvCxnSpPr>
          <p:nvPr/>
        </p:nvCxnSpPr>
        <p:spPr>
          <a:xfrm rot="5400000">
            <a:off x="5266080" y="6845400"/>
            <a:ext cx="1787760" cy="3429720"/>
          </a:xfrm>
          <a:prstGeom prst="curvedConnector3">
            <a:avLst>
              <a:gd name="adj1" fmla="val 5001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82" name="Rounded Rectangle 40"/>
          <p:cNvSpPr/>
          <p:nvPr/>
        </p:nvSpPr>
        <p:spPr>
          <a:xfrm>
            <a:off x="1009080" y="7996680"/>
            <a:ext cx="19972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group counts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41"/>
          <p:cNvSpPr/>
          <p:nvPr/>
        </p:nvSpPr>
        <p:spPr>
          <a:xfrm>
            <a:off x="3935880" y="7244640"/>
            <a:ext cx="19738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ppa_yr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Curved Connector 42"/>
          <p:cNvCxnSpPr>
            <a:stCxn id="82" idx="2"/>
            <a:endCxn id="79" idx="1"/>
          </p:cNvCxnSpPr>
          <p:nvPr/>
        </p:nvCxnSpPr>
        <p:spPr>
          <a:xfrm flipH="1" rot="16200000">
            <a:off x="1796040" y="8786160"/>
            <a:ext cx="1168560" cy="745200"/>
          </a:xfrm>
          <a:prstGeom prst="curvedConnector2">
            <a:avLst/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85" name="Rounded Rectangle 44"/>
          <p:cNvSpPr/>
          <p:nvPr/>
        </p:nvSpPr>
        <p:spPr>
          <a:xfrm>
            <a:off x="3319920" y="11079360"/>
            <a:ext cx="232092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no impact output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Curved Connector 46"/>
          <p:cNvCxnSpPr>
            <a:stCxn id="79" idx="2"/>
            <a:endCxn id="85" idx="0"/>
          </p:cNvCxnSpPr>
          <p:nvPr/>
        </p:nvCxnSpPr>
        <p:spPr>
          <a:xfrm flipH="1" rot="16200000">
            <a:off x="3939480" y="10537920"/>
            <a:ext cx="1047600" cy="35640"/>
          </a:xfrm>
          <a:prstGeom prst="curvedConnector3">
            <a:avLst>
              <a:gd name="adj1" fmla="val 50051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87" name="Rounded Rectangle 47"/>
          <p:cNvSpPr/>
          <p:nvPr/>
        </p:nvSpPr>
        <p:spPr>
          <a:xfrm>
            <a:off x="10188000" y="9455760"/>
            <a:ext cx="232092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morta_iter_group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Curved Connector 48"/>
          <p:cNvCxnSpPr>
            <a:stCxn id="75" idx="2"/>
            <a:endCxn id="87" idx="0"/>
          </p:cNvCxnSpPr>
          <p:nvPr/>
        </p:nvCxnSpPr>
        <p:spPr>
          <a:xfrm flipH="1" rot="16200000">
            <a:off x="10820880" y="8927640"/>
            <a:ext cx="592560" cy="464040"/>
          </a:xfrm>
          <a:prstGeom prst="curvedConnector3">
            <a:avLst>
              <a:gd name="adj1" fmla="val 5003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89" name="Rounded Rectangle 49"/>
          <p:cNvSpPr/>
          <p:nvPr/>
        </p:nvSpPr>
        <p:spPr>
          <a:xfrm>
            <a:off x="7341840" y="11079360"/>
            <a:ext cx="33854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bdy_model_with_impact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urved Connector 50"/>
          <p:cNvCxnSpPr>
            <a:stCxn id="85" idx="2"/>
            <a:endCxn id="89" idx="1"/>
          </p:cNvCxnSpPr>
          <p:nvPr/>
        </p:nvCxnSpPr>
        <p:spPr>
          <a:xfrm flipH="1" flipV="1" rot="5400000">
            <a:off x="5766480" y="10082160"/>
            <a:ext cx="289440" cy="2861640"/>
          </a:xfrm>
          <a:prstGeom prst="curvedConnector4">
            <a:avLst>
              <a:gd name="adj1" fmla="val -82440"/>
              <a:gd name="adj2" fmla="val 70269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91" name="Curved Connector 51"/>
          <p:cNvCxnSpPr>
            <a:stCxn id="87" idx="2"/>
            <a:endCxn id="89" idx="3"/>
          </p:cNvCxnSpPr>
          <p:nvPr/>
        </p:nvCxnSpPr>
        <p:spPr>
          <a:xfrm rot="5400000">
            <a:off x="10370520" y="10390320"/>
            <a:ext cx="1334880" cy="621720"/>
          </a:xfrm>
          <a:prstGeom prst="curvedConnector2">
            <a:avLst/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92" name="Rounded Rectangle 52"/>
          <p:cNvSpPr/>
          <p:nvPr/>
        </p:nvSpPr>
        <p:spPr>
          <a:xfrm>
            <a:off x="7585200" y="12386880"/>
            <a:ext cx="27658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with impact output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Curved Connector 53"/>
          <p:cNvCxnSpPr>
            <a:stCxn id="89" idx="2"/>
            <a:endCxn id="92" idx="0"/>
          </p:cNvCxnSpPr>
          <p:nvPr/>
        </p:nvCxnSpPr>
        <p:spPr>
          <a:xfrm rot="5400000">
            <a:off x="8636760" y="11989080"/>
            <a:ext cx="729720" cy="66600"/>
          </a:xfrm>
          <a:prstGeom prst="curvedConnector3">
            <a:avLst>
              <a:gd name="adj1" fmla="val 5000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94" name="Curved Connector 54"/>
          <p:cNvCxnSpPr>
            <a:stCxn id="76" idx="1"/>
            <a:endCxn id="75" idx="3"/>
          </p:cNvCxnSpPr>
          <p:nvPr/>
        </p:nvCxnSpPr>
        <p:spPr>
          <a:xfrm rot="10800000">
            <a:off x="12577680" y="8574480"/>
            <a:ext cx="1772280" cy="1981800"/>
          </a:xfrm>
          <a:prstGeom prst="curvedConnector3">
            <a:avLst>
              <a:gd name="adj1" fmla="val 49979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95" name="Rounded Rectangle 55"/>
          <p:cNvSpPr/>
          <p:nvPr/>
        </p:nvSpPr>
        <p:spPr>
          <a:xfrm>
            <a:off x="14509800" y="6509880"/>
            <a:ext cx="315036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bdy_caculate_sea_area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urved Connector 56"/>
          <p:cNvCxnSpPr>
            <a:stCxn id="95" idx="0"/>
            <a:endCxn id="66" idx="3"/>
          </p:cNvCxnSpPr>
          <p:nvPr/>
        </p:nvCxnSpPr>
        <p:spPr>
          <a:xfrm flipV="1" rot="16200000">
            <a:off x="15594480" y="6018840"/>
            <a:ext cx="895680" cy="86400"/>
          </a:xfrm>
          <a:prstGeom prst="curvedConnector2">
            <a:avLst/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97" name="Rounded Rectangle 57"/>
          <p:cNvSpPr/>
          <p:nvPr/>
        </p:nvSpPr>
        <p:spPr>
          <a:xfrm>
            <a:off x="14227920" y="11079360"/>
            <a:ext cx="315036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bdy_check_mortality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58"/>
          <p:cNvSpPr/>
          <p:nvPr/>
        </p:nvSpPr>
        <p:spPr>
          <a:xfrm>
            <a:off x="14349600" y="12101040"/>
            <a:ext cx="27586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7030A0"/>
                </a:solidFill>
                <a:effectLst/>
                <a:uFillTx/>
                <a:latin typeface="Calibri"/>
              </a:rPr>
              <a:t>raw mortality table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Curved Connector 59"/>
          <p:cNvCxnSpPr>
            <a:stCxn id="98" idx="0"/>
            <a:endCxn id="97" idx="2"/>
          </p:cNvCxnSpPr>
          <p:nvPr/>
        </p:nvCxnSpPr>
        <p:spPr>
          <a:xfrm flipH="1" flipV="1" rot="5400000">
            <a:off x="15544440" y="11842200"/>
            <a:ext cx="443880" cy="74520"/>
          </a:xfrm>
          <a:prstGeom prst="curvedConnector3">
            <a:avLst>
              <a:gd name="adj1" fmla="val 49918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00" name="Curved Connector 60"/>
          <p:cNvCxnSpPr>
            <a:stCxn id="97" idx="0"/>
            <a:endCxn id="76" idx="2"/>
          </p:cNvCxnSpPr>
          <p:nvPr/>
        </p:nvCxnSpPr>
        <p:spPr>
          <a:xfrm flipH="1" flipV="1" rot="5400000">
            <a:off x="15716160" y="10931760"/>
            <a:ext cx="234720" cy="61200"/>
          </a:xfrm>
          <a:prstGeom prst="curvedConnector3">
            <a:avLst>
              <a:gd name="adj1" fmla="val 49923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101" name="Rounded Rectangle 61"/>
          <p:cNvSpPr/>
          <p:nvPr/>
        </p:nvSpPr>
        <p:spPr>
          <a:xfrm>
            <a:off x="14509800" y="2417400"/>
            <a:ext cx="315036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bdy_get_cost_raster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Curved Connector 62"/>
          <p:cNvCxnSpPr>
            <a:stCxn id="101" idx="1"/>
            <a:endCxn id="62" idx="3"/>
          </p:cNvCxnSpPr>
          <p:nvPr/>
        </p:nvCxnSpPr>
        <p:spPr>
          <a:xfrm rot="10800000">
            <a:off x="14023080" y="2552400"/>
            <a:ext cx="487080" cy="154080"/>
          </a:xfrm>
          <a:prstGeom prst="curvedConnector3">
            <a:avLst>
              <a:gd name="adj1" fmla="val 5000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103" name="Rounded Rectangle 63"/>
          <p:cNvSpPr/>
          <p:nvPr/>
        </p:nvSpPr>
        <p:spPr>
          <a:xfrm>
            <a:off x="7072560" y="9455760"/>
            <a:ext cx="26042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bdy_get_pop_vector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Curved Connector 64"/>
          <p:cNvCxnSpPr>
            <a:stCxn id="79" idx="3"/>
            <a:endCxn id="103" idx="0"/>
          </p:cNvCxnSpPr>
          <p:nvPr/>
        </p:nvCxnSpPr>
        <p:spPr>
          <a:xfrm flipV="1">
            <a:off x="6138000" y="9455760"/>
            <a:ext cx="2237040" cy="287640"/>
          </a:xfrm>
          <a:prstGeom prst="curvedConnector4">
            <a:avLst>
              <a:gd name="adj1" fmla="val 20923"/>
              <a:gd name="adj2" fmla="val 183583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05" name="Curved Connector 65"/>
          <p:cNvCxnSpPr>
            <a:stCxn id="103" idx="2"/>
          </p:cNvCxnSpPr>
          <p:nvPr/>
        </p:nvCxnSpPr>
        <p:spPr>
          <a:xfrm flipV="1" rot="16200000">
            <a:off x="7141320" y="8800560"/>
            <a:ext cx="235080" cy="2232360"/>
          </a:xfrm>
          <a:prstGeom prst="curvedConnector3">
            <a:avLst>
              <a:gd name="adj1" fmla="val 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106" name="Rounded Rectangle 66"/>
          <p:cNvSpPr/>
          <p:nvPr/>
        </p:nvSpPr>
        <p:spPr>
          <a:xfrm>
            <a:off x="7341840" y="13583160"/>
            <a:ext cx="33854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bdy_raw_res_table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67"/>
          <p:cNvSpPr/>
          <p:nvPr/>
        </p:nvSpPr>
        <p:spPr>
          <a:xfrm>
            <a:off x="7341840" y="15789240"/>
            <a:ext cx="33854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bdy_pretty_res_table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urved Connector 68"/>
          <p:cNvCxnSpPr>
            <a:stCxn id="92" idx="2"/>
            <a:endCxn id="106" idx="0"/>
          </p:cNvCxnSpPr>
          <p:nvPr/>
        </p:nvCxnSpPr>
        <p:spPr>
          <a:xfrm flipH="1" rot="16200000">
            <a:off x="8692560" y="13240800"/>
            <a:ext cx="618480" cy="66600"/>
          </a:xfrm>
          <a:prstGeom prst="curvedConnector3">
            <a:avLst>
              <a:gd name="adj1" fmla="val 4997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109" name="Rounded Rectangle 69"/>
          <p:cNvSpPr/>
          <p:nvPr/>
        </p:nvSpPr>
        <p:spPr>
          <a:xfrm>
            <a:off x="7585200" y="14615280"/>
            <a:ext cx="27658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raw res tables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" name="Curved Connector 70"/>
          <p:cNvCxnSpPr>
            <a:stCxn id="106" idx="2"/>
            <a:endCxn id="109" idx="0"/>
          </p:cNvCxnSpPr>
          <p:nvPr/>
        </p:nvCxnSpPr>
        <p:spPr>
          <a:xfrm rot="5400000">
            <a:off x="8774280" y="14355000"/>
            <a:ext cx="454320" cy="66600"/>
          </a:xfrm>
          <a:prstGeom prst="curvedConnector3">
            <a:avLst>
              <a:gd name="adj1" fmla="val 49881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11" name="Curved Connector 71"/>
          <p:cNvCxnSpPr>
            <a:stCxn id="109" idx="2"/>
            <a:endCxn id="107" idx="0"/>
          </p:cNvCxnSpPr>
          <p:nvPr/>
        </p:nvCxnSpPr>
        <p:spPr>
          <a:xfrm flipH="1" rot="16200000">
            <a:off x="8703720" y="15458040"/>
            <a:ext cx="596160" cy="66600"/>
          </a:xfrm>
          <a:prstGeom prst="curvedConnector3">
            <a:avLst>
              <a:gd name="adj1" fmla="val 49969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112" name="Rounded Rectangle 72"/>
          <p:cNvSpPr/>
          <p:nvPr/>
        </p:nvSpPr>
        <p:spPr>
          <a:xfrm>
            <a:off x="12417480" y="15608160"/>
            <a:ext cx="33854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bdy_summary_figure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73"/>
          <p:cNvSpPr/>
          <p:nvPr/>
        </p:nvSpPr>
        <p:spPr>
          <a:xfrm>
            <a:off x="7731000" y="16889760"/>
            <a:ext cx="27658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pretty res tables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Curved Connector 74"/>
          <p:cNvCxnSpPr>
            <a:stCxn id="107" idx="2"/>
            <a:endCxn id="113" idx="0"/>
          </p:cNvCxnSpPr>
          <p:nvPr/>
        </p:nvCxnSpPr>
        <p:spPr>
          <a:xfrm flipH="1" rot="16200000">
            <a:off x="8813160" y="16588440"/>
            <a:ext cx="522720" cy="79920"/>
          </a:xfrm>
          <a:prstGeom prst="curvedConnector3">
            <a:avLst>
              <a:gd name="adj1" fmla="val 49896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15" name="Curved Connector 75"/>
          <p:cNvCxnSpPr>
            <a:stCxn id="109" idx="3"/>
            <a:endCxn id="112" idx="1"/>
          </p:cNvCxnSpPr>
          <p:nvPr/>
        </p:nvCxnSpPr>
        <p:spPr>
          <a:xfrm>
            <a:off x="10351080" y="14904360"/>
            <a:ext cx="2066760" cy="993240"/>
          </a:xfrm>
          <a:prstGeom prst="curvedConnector3">
            <a:avLst>
              <a:gd name="adj1" fmla="val 5000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16" name="Curved Connector 76"/>
          <p:cNvCxnSpPr>
            <a:stCxn id="113" idx="3"/>
            <a:endCxn id="112" idx="1"/>
          </p:cNvCxnSpPr>
          <p:nvPr/>
        </p:nvCxnSpPr>
        <p:spPr>
          <a:xfrm flipV="1">
            <a:off x="10496880" y="15897240"/>
            <a:ext cx="1920960" cy="1281960"/>
          </a:xfrm>
          <a:prstGeom prst="curvedConnector3">
            <a:avLst>
              <a:gd name="adj1" fmla="val 50009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17" name="Curved Connector 77"/>
          <p:cNvCxnSpPr>
            <a:stCxn id="83" idx="2"/>
            <a:endCxn id="79" idx="0"/>
          </p:cNvCxnSpPr>
          <p:nvPr/>
        </p:nvCxnSpPr>
        <p:spPr>
          <a:xfrm rot="5400000">
            <a:off x="3868200" y="8399520"/>
            <a:ext cx="1631520" cy="478080"/>
          </a:xfrm>
          <a:prstGeom prst="curvedConnector3">
            <a:avLst>
              <a:gd name="adj1" fmla="val 50011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118" name="Rounded Rectangle 78"/>
          <p:cNvSpPr/>
          <p:nvPr/>
        </p:nvSpPr>
        <p:spPr>
          <a:xfrm>
            <a:off x="3594600" y="405720"/>
            <a:ext cx="199440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7030A0"/>
                </a:solidFill>
                <a:effectLst/>
                <a:uFillTx/>
                <a:latin typeface="Calibri"/>
              </a:rPr>
              <a:t>effectif data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79"/>
          <p:cNvSpPr/>
          <p:nvPr/>
        </p:nvSpPr>
        <p:spPr>
          <a:xfrm>
            <a:off x="3011040" y="1685160"/>
            <a:ext cx="31316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bdy_summarise_colonies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Curved Connector 82"/>
          <p:cNvCxnSpPr>
            <a:stCxn id="118" idx="2"/>
            <a:endCxn id="119" idx="0"/>
          </p:cNvCxnSpPr>
          <p:nvPr/>
        </p:nvCxnSpPr>
        <p:spPr>
          <a:xfrm rot="5400000">
            <a:off x="4233600" y="1327320"/>
            <a:ext cx="701640" cy="15120"/>
          </a:xfrm>
          <a:prstGeom prst="curvedConnector3">
            <a:avLst>
              <a:gd name="adj1" fmla="val 50051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121" name="Rounded Rectangle 87"/>
          <p:cNvSpPr/>
          <p:nvPr/>
        </p:nvSpPr>
        <p:spPr>
          <a:xfrm>
            <a:off x="100800" y="5614560"/>
            <a:ext cx="23702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bdy_clustering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" name="Straight Connector 93"/>
          <p:cNvCxnSpPr/>
          <p:nvPr/>
        </p:nvCxnSpPr>
        <p:spPr>
          <a:xfrm flipH="1">
            <a:off x="0" y="4512600"/>
            <a:ext cx="18102600" cy="46080"/>
          </a:xfrm>
          <a:prstGeom prst="straightConnector1">
            <a:avLst/>
          </a:prstGeom>
          <a:ln w="38100">
            <a:solidFill>
              <a:srgbClr val="FFC000">
                <a:lumMod val="50000"/>
              </a:srgbClr>
            </a:solidFill>
            <a:prstDash val="dash"/>
            <a:miter/>
          </a:ln>
        </p:spPr>
      </p:cxnSp>
      <p:sp>
        <p:nvSpPr>
          <p:cNvPr id="123" name="Text Box 94"/>
          <p:cNvSpPr/>
          <p:nvPr/>
        </p:nvSpPr>
        <p:spPr>
          <a:xfrm>
            <a:off x="16170120" y="4558680"/>
            <a:ext cx="1710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fr-FR" sz="1800" b="1" u="none" strike="noStrike">
                <a:solidFill>
                  <a:schemeClr val="accent4">
                    <a:lumMod val="50000"/>
                  </a:schemeClr>
                </a:solidFill>
                <a:effectLst/>
                <a:uFillTx/>
                <a:latin typeface="Calibri"/>
              </a:rPr>
              <a:t>species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"/>
          <p:cNvSpPr/>
          <p:nvPr/>
        </p:nvSpPr>
        <p:spPr>
          <a:xfrm>
            <a:off x="1009080" y="3112920"/>
            <a:ext cx="26654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clean effectif data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2"/>
          <p:cNvSpPr/>
          <p:nvPr/>
        </p:nvSpPr>
        <p:spPr>
          <a:xfrm>
            <a:off x="3319920" y="5492880"/>
            <a:ext cx="313164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bdy_process_count_data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" name="Curved Connector 4"/>
          <p:cNvCxnSpPr>
            <a:stCxn id="60" idx="3"/>
            <a:endCxn id="59" idx="1"/>
          </p:cNvCxnSpPr>
          <p:nvPr/>
        </p:nvCxnSpPr>
        <p:spPr>
          <a:xfrm flipV="1">
            <a:off x="7584480" y="2706840"/>
            <a:ext cx="1227960" cy="695160"/>
          </a:xfrm>
          <a:prstGeom prst="curvedConnector3">
            <a:avLst>
              <a:gd name="adj1" fmla="val 50058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27" name="Curved Connector 5"/>
          <p:cNvCxnSpPr>
            <a:stCxn id="119" idx="2"/>
            <a:endCxn id="124" idx="0"/>
          </p:cNvCxnSpPr>
          <p:nvPr/>
        </p:nvCxnSpPr>
        <p:spPr>
          <a:xfrm rot="5400000">
            <a:off x="3034440" y="1570680"/>
            <a:ext cx="849960" cy="2235600"/>
          </a:xfrm>
          <a:prstGeom prst="curvedConnector3">
            <a:avLst>
              <a:gd name="adj1" fmla="val 5000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28" name="Curved Connector 6"/>
          <p:cNvCxnSpPr>
            <a:stCxn id="124" idx="2"/>
            <a:endCxn id="125" idx="0"/>
          </p:cNvCxnSpPr>
          <p:nvPr/>
        </p:nvCxnSpPr>
        <p:spPr>
          <a:xfrm flipH="1" rot="16200000">
            <a:off x="2712960" y="3319560"/>
            <a:ext cx="1802160" cy="2544480"/>
          </a:xfrm>
          <a:prstGeom prst="curvedConnector3">
            <a:avLst>
              <a:gd name="adj1" fmla="val 50009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29" name="Curved Connector 7"/>
          <p:cNvCxnSpPr>
            <a:stCxn id="60" idx="2"/>
            <a:endCxn id="125" idx="0"/>
          </p:cNvCxnSpPr>
          <p:nvPr/>
        </p:nvCxnSpPr>
        <p:spPr>
          <a:xfrm rot="5400000">
            <a:off x="4835520" y="3741120"/>
            <a:ext cx="1802520" cy="1701720"/>
          </a:xfrm>
          <a:prstGeom prst="curvedConnector3">
            <a:avLst>
              <a:gd name="adj1" fmla="val 50019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130" name="Rounded Rectangle 26"/>
          <p:cNvSpPr/>
          <p:nvPr/>
        </p:nvSpPr>
        <p:spPr>
          <a:xfrm>
            <a:off x="7341840" y="5325840"/>
            <a:ext cx="19738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colonies_sp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Curved Connector 33"/>
          <p:cNvCxnSpPr>
            <a:stCxn id="119" idx="2"/>
            <a:endCxn id="60" idx="0"/>
          </p:cNvCxnSpPr>
          <p:nvPr/>
        </p:nvCxnSpPr>
        <p:spPr>
          <a:xfrm flipH="1" rot="16200000">
            <a:off x="5157720" y="1682640"/>
            <a:ext cx="849600" cy="2010600"/>
          </a:xfrm>
          <a:prstGeom prst="curvedConnector3">
            <a:avLst>
              <a:gd name="adj1" fmla="val 50021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32" name="Curved Connector 34"/>
          <p:cNvCxnSpPr>
            <a:stCxn id="125" idx="3"/>
            <a:endCxn id="130" idx="1"/>
          </p:cNvCxnSpPr>
          <p:nvPr/>
        </p:nvCxnSpPr>
        <p:spPr>
          <a:xfrm flipV="1">
            <a:off x="6451560" y="5614920"/>
            <a:ext cx="890640" cy="167400"/>
          </a:xfrm>
          <a:prstGeom prst="curvedConnector3">
            <a:avLst>
              <a:gd name="adj1" fmla="val 5002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33" name="Curved Connector 36"/>
          <p:cNvCxnSpPr>
            <a:stCxn id="130" idx="3"/>
            <a:endCxn id="64" idx="1"/>
          </p:cNvCxnSpPr>
          <p:nvPr/>
        </p:nvCxnSpPr>
        <p:spPr>
          <a:xfrm flipV="1">
            <a:off x="9315720" y="5339880"/>
            <a:ext cx="1423080" cy="275400"/>
          </a:xfrm>
          <a:prstGeom prst="curvedConnector3">
            <a:avLst>
              <a:gd name="adj1" fmla="val 50025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34" name="Curved Connector 37"/>
          <p:cNvCxnSpPr>
            <a:stCxn id="125" idx="2"/>
            <a:endCxn id="83" idx="0"/>
          </p:cNvCxnSpPr>
          <p:nvPr/>
        </p:nvCxnSpPr>
        <p:spPr>
          <a:xfrm flipH="1" rot="16200000">
            <a:off x="4317480" y="6639120"/>
            <a:ext cx="1173960" cy="37440"/>
          </a:xfrm>
          <a:prstGeom prst="curvedConnector3">
            <a:avLst>
              <a:gd name="adj1" fmla="val 49969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35" name="Curved Connector 43"/>
          <p:cNvCxnSpPr>
            <a:stCxn id="125" idx="2"/>
            <a:endCxn id="82" idx="0"/>
          </p:cNvCxnSpPr>
          <p:nvPr/>
        </p:nvCxnSpPr>
        <p:spPr>
          <a:xfrm rot="5400000">
            <a:off x="2483640" y="5594760"/>
            <a:ext cx="1926000" cy="2878560"/>
          </a:xfrm>
          <a:prstGeom prst="curvedConnector3">
            <a:avLst>
              <a:gd name="adj1" fmla="val 50009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36" name="Curved Connector 45"/>
          <p:cNvCxnSpPr>
            <a:stCxn id="125" idx="1"/>
            <a:endCxn id="121" idx="0"/>
          </p:cNvCxnSpPr>
          <p:nvPr/>
        </p:nvCxnSpPr>
        <p:spPr>
          <a:xfrm rot="10800000">
            <a:off x="1285920" y="5614200"/>
            <a:ext cx="2034360" cy="167760"/>
          </a:xfrm>
          <a:prstGeom prst="curvedConnector4">
            <a:avLst>
              <a:gd name="adj1" fmla="val 20867"/>
              <a:gd name="adj2" fmla="val 315053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37" name="Curved Connector 80"/>
          <p:cNvCxnSpPr>
            <a:stCxn id="121" idx="2"/>
            <a:endCxn id="125" idx="1"/>
          </p:cNvCxnSpPr>
          <p:nvPr/>
        </p:nvCxnSpPr>
        <p:spPr>
          <a:xfrm flipH="1" flipV="1" rot="5400000">
            <a:off x="2097360" y="4970160"/>
            <a:ext cx="411120" cy="2034360"/>
          </a:xfrm>
          <a:prstGeom prst="curvedConnector4">
            <a:avLst>
              <a:gd name="adj1" fmla="val -57931"/>
              <a:gd name="adj2" fmla="val 79132"/>
            </a:avLst>
          </a:prstGeom>
          <a:ln>
            <a:solidFill>
              <a:srgbClr val="5B9BD5"/>
            </a:solidFill>
            <a:tailEnd len="med" type="arrow" w="med"/>
          </a:ln>
        </p:spPr>
      </p:cxnSp>
      <p:sp>
        <p:nvSpPr>
          <p:cNvPr id="69" name="Rounded Rectangle 81"/>
          <p:cNvSpPr/>
          <p:nvPr/>
        </p:nvSpPr>
        <p:spPr>
          <a:xfrm>
            <a:off x="11871360" y="250200"/>
            <a:ext cx="24778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bdy_check_parcs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84"/>
          <p:cNvSpPr/>
          <p:nvPr/>
        </p:nvSpPr>
        <p:spPr>
          <a:xfrm>
            <a:off x="9192240" y="984240"/>
            <a:ext cx="1840680" cy="57816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2060" b="1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parcs clean</a:t>
            </a:r>
            <a:endParaRPr lang="fr-FR" sz="2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Curved Connector 88"/>
          <p:cNvCxnSpPr>
            <a:stCxn id="69" idx="1"/>
            <a:endCxn id="138" idx="0"/>
          </p:cNvCxnSpPr>
          <p:nvPr/>
        </p:nvCxnSpPr>
        <p:spPr>
          <a:xfrm flipV="1" rot="10800000">
            <a:off x="10112400" y="539280"/>
            <a:ext cx="1758960" cy="445320"/>
          </a:xfrm>
          <a:prstGeom prst="curvedConnector2">
            <a:avLst/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40" name="Curved Connector 89"/>
          <p:cNvCxnSpPr>
            <a:stCxn id="138" idx="2"/>
            <a:endCxn id="59" idx="0"/>
          </p:cNvCxnSpPr>
          <p:nvPr/>
        </p:nvCxnSpPr>
        <p:spPr>
          <a:xfrm rot="5400000">
            <a:off x="9678240" y="1983240"/>
            <a:ext cx="855720" cy="14040"/>
          </a:xfrm>
          <a:prstGeom prst="curvedConnector3">
            <a:avLst>
              <a:gd name="adj1" fmla="val 50000"/>
            </a:avLst>
          </a:prstGeom>
          <a:ln>
            <a:solidFill>
              <a:srgbClr val="5B9BD5"/>
            </a:solidFill>
            <a:tailEnd len="med" type="arrow" w="med"/>
          </a:ln>
        </p:spPr>
      </p:cxnSp>
      <p:cxnSp>
        <p:nvCxnSpPr>
          <p:cNvPr id="141" name="Straight Connector 91"/>
          <p:cNvCxnSpPr/>
          <p:nvPr/>
        </p:nvCxnSpPr>
        <p:spPr>
          <a:xfrm flipH="1">
            <a:off x="-221400" y="13250520"/>
            <a:ext cx="18102600" cy="46080"/>
          </a:xfrm>
          <a:prstGeom prst="straightConnector1">
            <a:avLst/>
          </a:prstGeom>
          <a:ln w="38100">
            <a:solidFill>
              <a:srgbClr val="FFC000">
                <a:lumMod val="50000"/>
              </a:srgbClr>
            </a:solidFill>
            <a:prstDash val="dash"/>
            <a:miter/>
          </a:ln>
        </p:spPr>
      </p:cxnSp>
      <p:sp>
        <p:nvSpPr>
          <p:cNvPr id="142" name="Text Box 92"/>
          <p:cNvSpPr/>
          <p:nvPr/>
        </p:nvSpPr>
        <p:spPr>
          <a:xfrm>
            <a:off x="15999480" y="13411080"/>
            <a:ext cx="17103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fr-FR" sz="1800" b="1" u="none" strike="noStrike">
                <a:solidFill>
                  <a:schemeClr val="accent4">
                    <a:lumMod val="50000"/>
                  </a:schemeClr>
                </a:solidFill>
                <a:effectLst/>
                <a:uFillTx/>
                <a:latin typeface="Calibri"/>
              </a:rPr>
              <a:t>global level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  <Words>588</Words>
  <Paragraphs>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>bapti</dc:creator>
  <dc:description/>
  <dc:language>fr-FR</dc:language>
  <cp:lastModifiedBy/>
  <dcterms:modified xsi:type="dcterms:W3CDTF">2026-08-25T16:17:59Z</dcterms:modified>
  <cp:revision>8</cp:revision>
  <dc:subject/>
  <dc:title>WPS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0E25FAD055834C2199D15360173BA892_11</vt:lpwstr>
  </property>
  <property fmtid="{D5CDD505-2E9C-101B-9397-08002B2CF9AE}" pid="3" name="KSOProductBuildVer">
    <vt:lpwstr>1033-12.2.0.23196</vt:lpwstr>
  </property>
  <property fmtid="{D5CDD505-2E9C-101B-9397-08002B2CF9AE}" pid="4" name="PresentationFormat">
    <vt:lpwstr>Widescreen</vt:lpwstr>
  </property>
  <property fmtid="{D5CDD505-2E9C-101B-9397-08002B2CF9AE}" pid="5" name="Slides">
    <vt:i4>1</vt:i4>
  </property>
</Properties>
</file>